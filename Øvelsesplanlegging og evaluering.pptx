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7" r:id="rId5"/>
    <p:sldId id="289" r:id="rId6"/>
    <p:sldId id="290" r:id="rId7"/>
    <p:sldId id="293" r:id="rId8"/>
    <p:sldId id="295" r:id="rId9"/>
    <p:sldId id="296" r:id="rId10"/>
    <p:sldId id="298" r:id="rId11"/>
  </p:sldIdLst>
  <p:sldSz cx="9144000" cy="5143500" type="screen16x9"/>
  <p:notesSz cx="6858000" cy="9144000"/>
  <p:defaultTextStyle>
    <a:defPPr>
      <a:defRPr lang="nb-NO"/>
    </a:defPPr>
    <a:lvl1pPr marL="0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83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66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49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31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14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297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180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063" algn="l" defTabSz="685766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6327"/>
  </p:normalViewPr>
  <p:slideViewPr>
    <p:cSldViewPr snapToGrid="0">
      <p:cViewPr varScale="1">
        <p:scale>
          <a:sx n="160" d="100"/>
          <a:sy n="160" d="100"/>
        </p:scale>
        <p:origin x="15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DB08AC98-F86D-48DC-8EAF-EE8496C0CB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C353303-B9D7-4FD6-AA32-FEA059BF90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5BD03-E070-42CE-8BFF-0DD4A522C94A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EF85778-D9CA-4E81-93F4-558022AB1E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EA320E4-C36B-4EF6-921E-4CCEE233FE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79781-6CD3-428F-A19E-378C0EBF0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0988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1B5F6-953E-438F-B8C4-33AA43B9A589}" type="datetimeFigureOut">
              <a:rPr lang="nb-NO" smtClean="0"/>
              <a:t>15.04.2026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D4BDE-11D8-4627-8EAC-44E7FD96035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54117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3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66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49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31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14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297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180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63" algn="l" defTabSz="68576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Rød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2830ED26-A029-8FCA-132B-7373BDB21552}"/>
              </a:ext>
            </a:extLst>
          </p:cNvPr>
          <p:cNvSpPr/>
          <p:nvPr userDrawn="1"/>
        </p:nvSpPr>
        <p:spPr>
          <a:xfrm>
            <a:off x="0" y="555625"/>
            <a:ext cx="3594921" cy="38910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3F656-EF02-6214-74C4-C67E5CC32A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6" y="1743075"/>
            <a:ext cx="2826702" cy="1517710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DFC05-C426-440A-7BB6-BF0EA20EAC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6445" y="3380823"/>
            <a:ext cx="2826703" cy="259999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 dirty="0"/>
              <a:t>Navn Etternavn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0A8295-B4E2-90B6-2C54-51104F0021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96CAC28-3BA2-3C63-BBB0-1378F23E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6445" y="3663884"/>
            <a:ext cx="2826703" cy="259999"/>
          </a:xfrm>
        </p:spPr>
        <p:txBody>
          <a:bodyPr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fld id="{4C8AEADE-C44A-0D4C-AC54-0701F130BB6F}" type="datetime1">
              <a:rPr lang="nb-NO" smtClean="0"/>
              <a:pPr/>
              <a:t>15.04.2026</a:t>
            </a:fld>
            <a:endParaRPr lang="nb-NO" dirty="0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8399A669-451A-22F7-D5DB-46A5A1B1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1596" y="444631"/>
            <a:ext cx="2738181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8" name="Slide Number Placeholder 10">
            <a:extLst>
              <a:ext uri="{FF2B5EF4-FFF2-40B4-BE49-F238E27FC236}">
                <a16:creationId xmlns:a16="http://schemas.microsoft.com/office/drawing/2014/main" id="{19805AC5-AF59-80B5-BB12-3E951E4E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456" y="444631"/>
            <a:ext cx="312304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2F914DE3-E2B6-A0FC-8282-1D57096875C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683" y="94723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5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orside Rø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7">
            <a:extLst>
              <a:ext uri="{FF2B5EF4-FFF2-40B4-BE49-F238E27FC236}">
                <a16:creationId xmlns:a16="http://schemas.microsoft.com/office/drawing/2014/main" id="{79CB059C-EC5B-4D2B-BA36-3BC1E27CC0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4847" y="915988"/>
            <a:ext cx="4559153" cy="352742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på ikonet for å legge til et bilde</a:t>
            </a:r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3F656-EF02-6214-74C4-C67E5CC32A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DFC05-C426-440A-7BB6-BF0EA20EA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0A8295-B4E2-90B6-2C54-51104F0021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96CAC28-3BA2-3C63-BBB0-1378F23E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2786" y="444631"/>
            <a:ext cx="822300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8AEADE-C44A-0D4C-AC54-0701F130BB6F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8399A669-451A-22F7-D5DB-46A5A1B1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1596" y="444631"/>
            <a:ext cx="2738181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8" name="Slide Number Placeholder 10">
            <a:extLst>
              <a:ext uri="{FF2B5EF4-FFF2-40B4-BE49-F238E27FC236}">
                <a16:creationId xmlns:a16="http://schemas.microsoft.com/office/drawing/2014/main" id="{19805AC5-AF59-80B5-BB12-3E951E4E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456" y="444631"/>
            <a:ext cx="312304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CF1303DE-AF09-7921-03BD-B27D17764C4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killeside Rø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A53A-1155-4113-8F83-B9F0FEF297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E523-8050-4E6A-ACF3-D9F2373E3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44625-3EDA-45BC-ACD0-464F11FA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2E8B96-DDED-DB46-9807-DAF8FD50AF03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00FA17-741E-4553-8DE7-6D5FDE9B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7DB871-2FBB-4ED4-A896-AD9DC453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3276837E-340F-BE86-DA17-AA47C0964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pic>
        <p:nvPicPr>
          <p:cNvPr id="6" name="Grafikk 5">
            <a:extLst>
              <a:ext uri="{FF2B5EF4-FFF2-40B4-BE49-F238E27FC236}">
                <a16:creationId xmlns:a16="http://schemas.microsoft.com/office/drawing/2014/main" id="{61DC2F26-79A8-48AB-E49D-16EA810951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Gu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7">
            <a:extLst>
              <a:ext uri="{FF2B5EF4-FFF2-40B4-BE49-F238E27FC236}">
                <a16:creationId xmlns:a16="http://schemas.microsoft.com/office/drawing/2014/main" id="{79CB059C-EC5B-4D2B-BA36-3BC1E27CC0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4847" y="915988"/>
            <a:ext cx="4559153" cy="352742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3F656-EF02-6214-74C4-C67E5CC32A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DFC05-C426-440A-7BB6-BF0EA20EA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0A8295-B4E2-90B6-2C54-51104F0021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96CAC28-3BA2-3C63-BBB0-1378F23E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2786" y="444631"/>
            <a:ext cx="822300" cy="1077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F8CFA2-6A3F-BF47-98D9-915A084D1559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8399A669-451A-22F7-D5DB-46A5A1B1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1596" y="444631"/>
            <a:ext cx="2738181" cy="1077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8" name="Slide Number Placeholder 10">
            <a:extLst>
              <a:ext uri="{FF2B5EF4-FFF2-40B4-BE49-F238E27FC236}">
                <a16:creationId xmlns:a16="http://schemas.microsoft.com/office/drawing/2014/main" id="{19805AC5-AF59-80B5-BB12-3E951E4E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456" y="444631"/>
            <a:ext cx="312304" cy="1077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8B76565E-82BD-0713-06A9-FE6BACA0E7D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91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killeside gu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A53A-1155-4113-8F83-B9F0FEF297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E523-8050-4E6A-ACF3-D9F2373E3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44625-3EDA-45BC-ACD0-464F11FA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48A6C-B3CE-4C4A-869C-6B4D534CABEB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00FA17-741E-4553-8DE7-6D5FDE9B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7DB871-2FBB-4ED4-A896-AD9DC453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3276837E-340F-BE86-DA17-AA47C0964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pic>
        <p:nvPicPr>
          <p:cNvPr id="6" name="Grafikk 5">
            <a:extLst>
              <a:ext uri="{FF2B5EF4-FFF2-40B4-BE49-F238E27FC236}">
                <a16:creationId xmlns:a16="http://schemas.microsoft.com/office/drawing/2014/main" id="{766DA7CE-8696-8EB4-C3C5-416A5B831F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5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Blå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7">
            <a:extLst>
              <a:ext uri="{FF2B5EF4-FFF2-40B4-BE49-F238E27FC236}">
                <a16:creationId xmlns:a16="http://schemas.microsoft.com/office/drawing/2014/main" id="{79CB059C-EC5B-4D2B-BA36-3BC1E27CC0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4847" y="915988"/>
            <a:ext cx="4559153" cy="352742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3F656-EF02-6214-74C4-C67E5CC32A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DFC05-C426-440A-7BB6-BF0EA20EA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0A8295-B4E2-90B6-2C54-51104F0021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96CAC28-3BA2-3C63-BBB0-1378F23E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2786" y="444631"/>
            <a:ext cx="822300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B38348-07A2-ED46-9463-DA9FFFBD0AA3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8399A669-451A-22F7-D5DB-46A5A1B1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1596" y="444631"/>
            <a:ext cx="2738181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8" name="Slide Number Placeholder 10">
            <a:extLst>
              <a:ext uri="{FF2B5EF4-FFF2-40B4-BE49-F238E27FC236}">
                <a16:creationId xmlns:a16="http://schemas.microsoft.com/office/drawing/2014/main" id="{19805AC5-AF59-80B5-BB12-3E951E4E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456" y="444631"/>
            <a:ext cx="312304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39C8767F-0A5A-B00B-7885-40590E2DF57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0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killeside Blå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A53A-1155-4113-8F83-B9F0FEF297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E523-8050-4E6A-ACF3-D9F2373E3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44625-3EDA-45BC-ACD0-464F11FA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A7343-DE81-9B41-A554-C80656AD0EFE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00FA17-741E-4553-8DE7-6D5FDE9B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7DB871-2FBB-4ED4-A896-AD9DC453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3276837E-340F-BE86-DA17-AA47C0964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pic>
        <p:nvPicPr>
          <p:cNvPr id="6" name="Grafikk 5">
            <a:extLst>
              <a:ext uri="{FF2B5EF4-FFF2-40B4-BE49-F238E27FC236}">
                <a16:creationId xmlns:a16="http://schemas.microsoft.com/office/drawing/2014/main" id="{8373B087-8020-83A5-0D8F-7E2DE74959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4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Grå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7">
            <a:extLst>
              <a:ext uri="{FF2B5EF4-FFF2-40B4-BE49-F238E27FC236}">
                <a16:creationId xmlns:a16="http://schemas.microsoft.com/office/drawing/2014/main" id="{79CB059C-EC5B-4D2B-BA36-3BC1E27CC0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4847" y="915988"/>
            <a:ext cx="4559153" cy="3527425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/>
              <a:t>Klikk på ikonet for å legge til bilde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3F656-EF02-6214-74C4-C67E5CC32A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DFC05-C426-440A-7BB6-BF0EA20EA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0A8295-B4E2-90B6-2C54-51104F0021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96CAC28-3BA2-3C63-BBB0-1378F23E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2786" y="444631"/>
            <a:ext cx="822300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17303E-B09F-B64B-8B7F-7FA232B8AB49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8399A669-451A-22F7-D5DB-46A5A1B1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1596" y="444631"/>
            <a:ext cx="2738181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8" name="Slide Number Placeholder 10">
            <a:extLst>
              <a:ext uri="{FF2B5EF4-FFF2-40B4-BE49-F238E27FC236}">
                <a16:creationId xmlns:a16="http://schemas.microsoft.com/office/drawing/2014/main" id="{19805AC5-AF59-80B5-BB12-3E951E4E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456" y="444631"/>
            <a:ext cx="312304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A610CE6D-D15E-66F2-9408-99FD89BB48C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9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killeside Grå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A53A-1155-4113-8F83-B9F0FEF297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445" y="1743075"/>
            <a:ext cx="3762000" cy="117456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Legg til tittel over en eller to linjer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E523-8050-4E6A-ACF3-D9F2373E3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5" y="3380823"/>
            <a:ext cx="3762000" cy="106259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/>
              <a:t>Klikk for å redigere undertittelstil i malen</a:t>
            </a:r>
            <a:endParaRPr lang="nb-NO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44625-3EDA-45BC-ACD0-464F11FA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C4FAF3D-D8B9-A040-8B51-BA3ACC1F6E5F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00FA17-741E-4553-8DE7-6D5FDE9B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7DB871-2FBB-4ED4-A896-AD9DC453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3276837E-340F-BE86-DA17-AA47C0964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pic>
        <p:nvPicPr>
          <p:cNvPr id="6" name="Grafikk 5">
            <a:extLst>
              <a:ext uri="{FF2B5EF4-FFF2-40B4-BE49-F238E27FC236}">
                <a16:creationId xmlns:a16="http://schemas.microsoft.com/office/drawing/2014/main" id="{CAB9DC3C-1D3B-A25D-0AD8-3434271A3D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2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AA93520-8F46-E3F9-7D26-5FF7A5CA64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230F6-BB94-4EEA-9D4C-51F84255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83BC-0EE3-B341-9F13-DC67B0FDA68B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5BBBD59-2009-4A80-A1AE-4DE3A4B5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7B07201-91A7-4C6F-AE12-FDD6C1B9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91E940FF-5419-45DD-A56B-2953FDA23C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4" y="916739"/>
            <a:ext cx="8418985" cy="82633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b-NO" noProof="0" dirty="0"/>
              <a:t>Legg til tittel</a:t>
            </a:r>
          </a:p>
        </p:txBody>
      </p:sp>
    </p:spTree>
    <p:extLst>
      <p:ext uri="{BB962C8B-B14F-4D97-AF65-F5344CB8AC3E}">
        <p14:creationId xmlns:p14="http://schemas.microsoft.com/office/powerpoint/2010/main" val="108401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hvit uten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4CD7EC-91E3-4D63-B2E5-40192FBE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77E5-A260-5644-81C9-3115B8141A69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BBA0E4-A85B-4C67-86F8-018B7F0D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EA2A55-31E0-499A-9467-B6C2AC0C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A0BC9-1136-97E0-10E8-DBAB373D9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4" y="916739"/>
            <a:ext cx="8418985" cy="82633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b-NO" noProof="0" dirty="0"/>
              <a:t>Legg til tittel</a:t>
            </a:r>
          </a:p>
        </p:txBody>
      </p:sp>
    </p:spTree>
    <p:extLst>
      <p:ext uri="{BB962C8B-B14F-4D97-AF65-F5344CB8AC3E}">
        <p14:creationId xmlns:p14="http://schemas.microsoft.com/office/powerpoint/2010/main" val="586988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med tekst 3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1984FFA6-683C-5B3C-5B53-8280E0ED5C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8775" y="1995488"/>
            <a:ext cx="2941638" cy="2808287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BD736845-B243-4BEF-B919-EE181C9A8C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38487" y="915987"/>
            <a:ext cx="1882022" cy="38877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10" name="Plassholder for bilde 9">
            <a:extLst>
              <a:ext uri="{FF2B5EF4-FFF2-40B4-BE49-F238E27FC236}">
                <a16:creationId xmlns:a16="http://schemas.microsoft.com/office/drawing/2014/main" id="{856BFBCF-6206-443C-81A2-C0E103486B6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1169" y="915988"/>
            <a:ext cx="3111924" cy="1851512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12" name="Plassholder for bilde 11">
            <a:extLst>
              <a:ext uri="{FF2B5EF4-FFF2-40B4-BE49-F238E27FC236}">
                <a16:creationId xmlns:a16="http://schemas.microsoft.com/office/drawing/2014/main" id="{4233DD3F-C059-4224-BE16-A41532E4AA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81170" y="2938949"/>
            <a:ext cx="3111923" cy="1864825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52EB2-ACCB-47CA-ABF4-A03B4069150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A5DC9B5-0A0B-4C42-8A77-2EDE2DF4BEAE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2FDA7B-7F7C-4BAD-BC4A-600A464C611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EEAA4E-B98A-4CFC-B556-341F842EDD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83A21C2-04A0-F2D1-B4D7-A9231FB984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916739"/>
            <a:ext cx="2941852" cy="8084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b-NO" noProof="0" dirty="0"/>
              <a:t>Legg til tittel</a:t>
            </a:r>
          </a:p>
        </p:txBody>
      </p:sp>
    </p:spTree>
    <p:extLst>
      <p:ext uri="{BB962C8B-B14F-4D97-AF65-F5344CB8AC3E}">
        <p14:creationId xmlns:p14="http://schemas.microsoft.com/office/powerpoint/2010/main" val="1503872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med 3 tekst boks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ktangel 14">
            <a:extLst>
              <a:ext uri="{FF2B5EF4-FFF2-40B4-BE49-F238E27FC236}">
                <a16:creationId xmlns:a16="http://schemas.microsoft.com/office/drawing/2014/main" id="{B22B40DE-A37A-4763-84B0-D8B7E4B2DD6C}"/>
              </a:ext>
            </a:extLst>
          </p:cNvPr>
          <p:cNvSpPr/>
          <p:nvPr userDrawn="1"/>
        </p:nvSpPr>
        <p:spPr>
          <a:xfrm>
            <a:off x="6292734" y="1729349"/>
            <a:ext cx="2496312" cy="3074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506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E36C3E4-BF7C-46E2-8648-1C0C00F9CD52}"/>
              </a:ext>
            </a:extLst>
          </p:cNvPr>
          <p:cNvSpPr/>
          <p:nvPr userDrawn="1"/>
        </p:nvSpPr>
        <p:spPr>
          <a:xfrm>
            <a:off x="3333359" y="1729349"/>
            <a:ext cx="2496312" cy="3074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506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82725C24-FD9A-4A4A-9C2A-15CAA732E2CE}"/>
              </a:ext>
            </a:extLst>
          </p:cNvPr>
          <p:cNvSpPr/>
          <p:nvPr userDrawn="1"/>
        </p:nvSpPr>
        <p:spPr>
          <a:xfrm>
            <a:off x="361660" y="1729349"/>
            <a:ext cx="2496312" cy="30744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506"/>
          </a:p>
        </p:txBody>
      </p:sp>
      <p:sp>
        <p:nvSpPr>
          <p:cNvPr id="17" name="Plassholder for tekst 16">
            <a:extLst>
              <a:ext uri="{FF2B5EF4-FFF2-40B4-BE49-F238E27FC236}">
                <a16:creationId xmlns:a16="http://schemas.microsoft.com/office/drawing/2014/main" id="{796A4A12-B142-455B-B89F-5C31E7D31A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978" y="2010823"/>
            <a:ext cx="2127738" cy="257175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200" b="1" spc="4" baseline="0"/>
            </a:lvl1pPr>
          </a:lstStyle>
          <a:p>
            <a:pPr lvl="0"/>
            <a:r>
              <a:rPr lang="nb-NO" noProof="0" dirty="0"/>
              <a:t>Klikk for å legge til overskrift</a:t>
            </a:r>
          </a:p>
        </p:txBody>
      </p:sp>
      <p:sp>
        <p:nvSpPr>
          <p:cNvPr id="18" name="Plassholder for tekst 16">
            <a:extLst>
              <a:ext uri="{FF2B5EF4-FFF2-40B4-BE49-F238E27FC236}">
                <a16:creationId xmlns:a16="http://schemas.microsoft.com/office/drawing/2014/main" id="{A6CEA137-D66E-412A-B011-B8592E6DFF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15604" y="2010823"/>
            <a:ext cx="2127738" cy="257175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200" b="1" spc="4" baseline="0"/>
            </a:lvl1pPr>
          </a:lstStyle>
          <a:p>
            <a:pPr lvl="0"/>
            <a:r>
              <a:rPr lang="nb-NO" noProof="0" dirty="0"/>
              <a:t>Klikk for å legge til overskrift</a:t>
            </a:r>
          </a:p>
        </p:txBody>
      </p:sp>
      <p:sp>
        <p:nvSpPr>
          <p:cNvPr id="19" name="Plassholder for tekst 16">
            <a:extLst>
              <a:ext uri="{FF2B5EF4-FFF2-40B4-BE49-F238E27FC236}">
                <a16:creationId xmlns:a16="http://schemas.microsoft.com/office/drawing/2014/main" id="{19F5EC9C-DEBB-4AFB-B6B4-B0BAA9FB91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5595" y="2010823"/>
            <a:ext cx="2128288" cy="257175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200" b="1" spc="4" baseline="0"/>
            </a:lvl1pPr>
          </a:lstStyle>
          <a:p>
            <a:pPr lvl="0"/>
            <a:r>
              <a:rPr lang="nb-NO" noProof="0" dirty="0"/>
              <a:t>Klikk for å legge til overskrift</a:t>
            </a:r>
          </a:p>
        </p:txBody>
      </p:sp>
      <p:sp>
        <p:nvSpPr>
          <p:cNvPr id="21" name="Plassholder for tekst 20">
            <a:extLst>
              <a:ext uri="{FF2B5EF4-FFF2-40B4-BE49-F238E27FC236}">
                <a16:creationId xmlns:a16="http://schemas.microsoft.com/office/drawing/2014/main" id="{779739CD-9C93-4B55-BC3B-D7F79F72B4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3978" y="2365050"/>
            <a:ext cx="2127738" cy="2328863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nb-NO" noProof="0" dirty="0"/>
              <a:t>Klikk for å legge til mengdetekst</a:t>
            </a:r>
          </a:p>
        </p:txBody>
      </p:sp>
      <p:sp>
        <p:nvSpPr>
          <p:cNvPr id="22" name="Plassholder for tekst 20">
            <a:extLst>
              <a:ext uri="{FF2B5EF4-FFF2-40B4-BE49-F238E27FC236}">
                <a16:creationId xmlns:a16="http://schemas.microsoft.com/office/drawing/2014/main" id="{6BEE016B-A3F7-467D-B3EE-A6904E5637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15604" y="2365050"/>
            <a:ext cx="2127738" cy="2328863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nb-NO" noProof="0" dirty="0"/>
              <a:t>Klikk for å legge til mengdetekst</a:t>
            </a:r>
          </a:p>
        </p:txBody>
      </p:sp>
      <p:sp>
        <p:nvSpPr>
          <p:cNvPr id="23" name="Plassholder for tekst 20">
            <a:extLst>
              <a:ext uri="{FF2B5EF4-FFF2-40B4-BE49-F238E27FC236}">
                <a16:creationId xmlns:a16="http://schemas.microsoft.com/office/drawing/2014/main" id="{DFD7E992-1087-4279-921F-187E9E47EE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5596" y="2365050"/>
            <a:ext cx="2127738" cy="2328863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nb-NO" noProof="0" dirty="0"/>
              <a:t>Klikk for å legge til mengdetekst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6ED2E-06DE-44C8-8C1C-3E1817206B3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EDA70067-4A94-8140-9F32-379C13269043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D3FEB13-083B-44D1-B723-222CCD7D70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E5E38B-446B-4193-83EB-AFA21DFF1B6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33CF4-87C5-6641-0845-527BF0BD3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916740"/>
            <a:ext cx="8418984" cy="3693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b-NO" noProof="0" dirty="0"/>
              <a:t>Legg til tittel</a:t>
            </a:r>
          </a:p>
        </p:txBody>
      </p:sp>
    </p:spTree>
    <p:extLst>
      <p:ext uri="{BB962C8B-B14F-4D97-AF65-F5344CB8AC3E}">
        <p14:creationId xmlns:p14="http://schemas.microsoft.com/office/powerpoint/2010/main" val="2049873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ekst med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11">
            <a:extLst>
              <a:ext uri="{FF2B5EF4-FFF2-40B4-BE49-F238E27FC236}">
                <a16:creationId xmlns:a16="http://schemas.microsoft.com/office/drawing/2014/main" id="{4233DD3F-C059-4224-BE16-A41532E4AA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7347" y="915989"/>
            <a:ext cx="4217878" cy="388778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8352B-14F1-47BD-8706-EED520974DB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D4AF77F-6A66-9A46-A242-35DC060A76EC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8D00B5-3BF3-498C-B8D4-2E10DA6F25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57E01C-18E0-4A57-A025-F6B49C40AC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5E7BC8A-AA1C-34E4-2C5E-804D335E6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916739"/>
            <a:ext cx="3873360" cy="8084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b-NO" noProof="0" dirty="0"/>
              <a:t>Legg til tittel</a:t>
            </a:r>
          </a:p>
        </p:txBody>
      </p:sp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66BCEBF-627A-3EE4-81E9-2D6CDD04D5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8775" y="1995488"/>
            <a:ext cx="3873500" cy="2808287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45696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11">
            <a:extLst>
              <a:ext uri="{FF2B5EF4-FFF2-40B4-BE49-F238E27FC236}">
                <a16:creationId xmlns:a16="http://schemas.microsoft.com/office/drawing/2014/main" id="{4233DD3F-C059-4224-BE16-A41532E4AA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0490" y="915987"/>
            <a:ext cx="4125869" cy="38877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11" name="Plassholder for bilde 11">
            <a:extLst>
              <a:ext uri="{FF2B5EF4-FFF2-40B4-BE49-F238E27FC236}">
                <a16:creationId xmlns:a16="http://schemas.microsoft.com/office/drawing/2014/main" id="{98BEAC8F-5E67-4017-8724-6A15886EE41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41602" y="915987"/>
            <a:ext cx="4143623" cy="3887787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533B9-FAEF-44A7-9843-3D7A3AF00CC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A5E6B1B-1624-0A46-96F3-2A051F729CF7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ABE8E-3CDE-4578-9712-F8372C35D3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A29EA-BEAB-40CE-B757-626C23DEDEE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876356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enkel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11">
            <a:extLst>
              <a:ext uri="{FF2B5EF4-FFF2-40B4-BE49-F238E27FC236}">
                <a16:creationId xmlns:a16="http://schemas.microsoft.com/office/drawing/2014/main" id="{4233DD3F-C059-4224-BE16-A41532E4AA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8775" y="339725"/>
            <a:ext cx="8426450" cy="446405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006007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01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t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A53A-1155-4113-8F83-B9F0FEF297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743074"/>
            <a:ext cx="8418985" cy="563155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Klikk for å redigere tekst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E523-8050-4E6A-ACF3-D9F2373E31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775" y="2718684"/>
            <a:ext cx="3793052" cy="227992"/>
          </a:xfrm>
        </p:spPr>
        <p:txBody>
          <a:bodyPr>
            <a:noAutofit/>
          </a:bodyPr>
          <a:lstStyle>
            <a:lvl1pPr marL="0" indent="0" algn="l">
              <a:buNone/>
              <a:defRPr sz="1400" b="1" spc="53" baseline="0">
                <a:solidFill>
                  <a:schemeClr val="bg1"/>
                </a:solidFill>
              </a:defRPr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nb-NO" noProof="0" dirty="0"/>
              <a:t>Kontakt</a:t>
            </a:r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189F684E-B7C6-4DFA-8ED8-F0CAD06B96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142256"/>
            <a:ext cx="3788288" cy="1301157"/>
          </a:xfrm>
        </p:spPr>
        <p:txBody>
          <a:bodyPr/>
          <a:lstStyle>
            <a:lvl1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Navn Etternavn</a:t>
            </a:r>
          </a:p>
          <a:p>
            <a:pPr lvl="0"/>
            <a:r>
              <a:rPr lang="nb-NO" dirty="0"/>
              <a:t>Tittel</a:t>
            </a:r>
          </a:p>
          <a:p>
            <a:pPr lvl="0"/>
            <a:r>
              <a:rPr lang="nb-NO" dirty="0"/>
              <a:t>Tlf.</a:t>
            </a:r>
          </a:p>
          <a:p>
            <a:pPr lvl="0"/>
            <a:r>
              <a:rPr lang="nb-NO" dirty="0"/>
              <a:t>Epost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08CB9F5D-F44E-C01E-595C-401ED320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2786" y="444631"/>
            <a:ext cx="822300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B38A21-B251-E343-B03B-CA943816894C}" type="datetime1">
              <a:rPr lang="nb-NO" noProof="0" smtClean="0"/>
              <a:t>15.04.2026</a:t>
            </a:fld>
            <a:endParaRPr lang="nb-NO" noProof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D0EA7F25-2A8F-5296-C8AF-5E07C1F4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1596" y="444631"/>
            <a:ext cx="2738181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34FC9284-B892-DA8F-86C6-86EB1953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456" y="444631"/>
            <a:ext cx="312304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C19E9D-A98D-4A26-AC28-77847DEACF85}" type="slidenum">
              <a:rPr lang="nb-NO" noProof="0" smtClean="0"/>
              <a:pPr/>
              <a:t>‹#›</a:t>
            </a:fld>
            <a:endParaRPr lang="nb-NO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9771DAB-D8BE-390B-0D43-BAD948D23E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168" y="4683312"/>
            <a:ext cx="9209425" cy="121513"/>
          </a:xfrm>
          <a:prstGeom prst="rect">
            <a:avLst/>
          </a:prstGeom>
        </p:spPr>
      </p:pic>
      <p:pic>
        <p:nvPicPr>
          <p:cNvPr id="9" name="Grafikk 8">
            <a:extLst>
              <a:ext uri="{FF2B5EF4-FFF2-40B4-BE49-F238E27FC236}">
                <a16:creationId xmlns:a16="http://schemas.microsoft.com/office/drawing/2014/main" id="{B4F861C2-C4D2-5B16-04E2-5A0A3B8950F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9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88D81-88EE-48CB-ACD2-4BDBBF81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4" y="916740"/>
            <a:ext cx="8399915" cy="3693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FEC7E-AA8D-4451-AD74-9EC1BDF65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995487"/>
            <a:ext cx="8418984" cy="2808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A4583-D7FB-4215-A6AB-36AA551A7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2786" y="444631"/>
            <a:ext cx="822300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700">
                <a:solidFill>
                  <a:schemeClr val="tx1"/>
                </a:solidFill>
              </a:defRPr>
            </a:lvl1pPr>
          </a:lstStyle>
          <a:p>
            <a:fld id="{5BE5A089-C055-7A42-B3B3-D2F67BE12776}" type="datetime1">
              <a:rPr lang="nb-NO" smtClean="0"/>
              <a:t>15.04.2026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95CC8-2837-4073-B935-6F5E7288F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1596" y="444631"/>
            <a:ext cx="2738181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 b="1" spc="34" baseline="0">
                <a:solidFill>
                  <a:schemeClr val="tx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4904B-A2BD-4239-A0BC-E8DBFD843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5456" y="444631"/>
            <a:ext cx="312304" cy="10772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1DC19E9D-A98D-4A26-AC28-77847DEACF85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D7CDADD1-83F0-493A-2A53-D685587A7B9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2683" y="300464"/>
            <a:ext cx="1477840" cy="2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8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5" r:id="rId2"/>
    <p:sldLayoutId id="2147483662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74" r:id="rId10"/>
    <p:sldLayoutId id="2147483676" r:id="rId11"/>
    <p:sldLayoutId id="2147483678" r:id="rId12"/>
    <p:sldLayoutId id="2147483680" r:id="rId13"/>
    <p:sldLayoutId id="2147483679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l" defTabSz="3429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157725" algn="l" defTabSz="3429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24800" indent="-157725" algn="l" defTabSz="3429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57725" algn="l" defTabSz="342900" rtl="0" eaLnBrk="1" latinLnBrk="0" hangingPunct="1">
        <a:lnSpc>
          <a:spcPct val="100000"/>
        </a:lnSpc>
        <a:spcBef>
          <a:spcPts val="188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157725" algn="l" defTabSz="342900" rtl="0" eaLnBrk="1" latinLnBrk="0" hangingPunct="1">
        <a:lnSpc>
          <a:spcPct val="100000"/>
        </a:lnSpc>
        <a:spcBef>
          <a:spcPts val="188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02000" indent="-157725" algn="l" defTabSz="342900" rtl="0" eaLnBrk="1" latinLnBrk="0" hangingPunct="1">
        <a:lnSpc>
          <a:spcPct val="100000"/>
        </a:lnSpc>
        <a:spcBef>
          <a:spcPts val="188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0" userDrawn="1">
          <p15:clr>
            <a:srgbClr val="F26B43"/>
          </p15:clr>
        </p15:guide>
        <p15:guide id="2" orient="horz" pos="3026" userDrawn="1">
          <p15:clr>
            <a:srgbClr val="F26B43"/>
          </p15:clr>
        </p15:guide>
        <p15:guide id="3" orient="horz" pos="214" userDrawn="1">
          <p15:clr>
            <a:srgbClr val="F26B43"/>
          </p15:clr>
        </p15:guide>
        <p15:guide id="4" pos="226" userDrawn="1">
          <p15:clr>
            <a:srgbClr val="F26B43"/>
          </p15:clr>
        </p15:guide>
        <p15:guide id="5" pos="5534" userDrawn="1">
          <p15:clr>
            <a:srgbClr val="F26B43"/>
          </p15:clr>
        </p15:guide>
        <p15:guide id="6" orient="horz" pos="1098" userDrawn="1">
          <p15:clr>
            <a:srgbClr val="F26B43"/>
          </p15:clr>
        </p15:guide>
        <p15:guide id="7" orient="horz" pos="577" userDrawn="1">
          <p15:clr>
            <a:srgbClr val="F26B43"/>
          </p15:clr>
        </p15:guide>
        <p15:guide id="8" orient="horz" pos="2799" userDrawn="1">
          <p15:clr>
            <a:srgbClr val="F26B43"/>
          </p15:clr>
        </p15:guide>
        <p15:guide id="9" orient="horz" pos="12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sb.no/sok/?q=%C3%B8velser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279D63-0769-BA97-A6A9-B27A8BD58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63" y="1743075"/>
            <a:ext cx="3386137" cy="1517710"/>
          </a:xfrm>
        </p:spPr>
        <p:txBody>
          <a:bodyPr/>
          <a:lstStyle/>
          <a:p>
            <a:r>
              <a:rPr lang="nb-NO" dirty="0"/>
              <a:t>Øvelsesplanlegging og evaluering</a:t>
            </a:r>
            <a:endParaRPr lang="en-NO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824DA20-69C3-3707-4323-AA5229606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6" y="3827553"/>
            <a:ext cx="2826703" cy="259999"/>
          </a:xfrm>
        </p:spPr>
        <p:txBody>
          <a:bodyPr/>
          <a:lstStyle/>
          <a:p>
            <a:r>
              <a:rPr lang="nb-NO" dirty="0"/>
              <a:t>Knut Hansen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28292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FDFE35A-1449-26D4-F086-C135848E3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55" y="760454"/>
            <a:ext cx="8418985" cy="563155"/>
          </a:xfrm>
        </p:spPr>
        <p:txBody>
          <a:bodyPr/>
          <a:lstStyle/>
          <a:p>
            <a:r>
              <a:rPr lang="nb-NO" dirty="0"/>
              <a:t>Ferdigheter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70D30858-AC6D-264B-5B39-A40C78A3F946}"/>
              </a:ext>
            </a:extLst>
          </p:cNvPr>
          <p:cNvSpPr txBox="1"/>
          <p:nvPr/>
        </p:nvSpPr>
        <p:spPr>
          <a:xfrm>
            <a:off x="500063" y="1678781"/>
            <a:ext cx="6551794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kjenne til veiledere og håndbøker for øvelsesplanlegging og systematisk evaluering</a:t>
            </a:r>
          </a:p>
          <a:p>
            <a:endParaRPr lang="nb-NO" dirty="0"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nb-NO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planlegge og gjennomføre øvelser under veiledning</a:t>
            </a:r>
          </a:p>
          <a:p>
            <a:endParaRPr lang="nb-NO" dirty="0"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nb-NO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planlegge og gjennomføre systematisk evaluering av øvelser og hendelser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4084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BD80693-72BF-47F5-F4BF-1E8CAC1D0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82" y="1495425"/>
            <a:ext cx="8418984" cy="2808287"/>
          </a:xfrm>
        </p:spPr>
        <p:txBody>
          <a:bodyPr/>
          <a:lstStyle/>
          <a:p>
            <a:pPr algn="l"/>
            <a:r>
              <a:rPr lang="nb-NO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§ 25.</a:t>
            </a:r>
            <a:r>
              <a:rPr lang="nb-NO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Øvelseskrav til brann- og redningsvesenet</a:t>
            </a:r>
            <a:endParaRPr lang="nb-NO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 algn="l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Brann- og redningsvesenet skal utarbeide en årlig plan for øvelser på bakgrunn av risiko- og sårbarhetsanalysen og beredskapsanalysen, jf. forskriften § 7 og § 9. Øvelsene skal variere i type og omfang slik at hendelsene som er bestemmende for brann- og redningsvesenets organisering, utrustning og bemanning blir øvd over tid.</a:t>
            </a:r>
          </a:p>
          <a:p>
            <a:pPr algn="l"/>
            <a:endParaRPr lang="nb-NO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Øvelsene skal bidra til at personellet blir kjent med og øvet i beredskapsorganiseringen og bruken av utstyret, slik at personellet får nødvendig kompetanse til å utføre sine oppgaver og funksjoner.</a:t>
            </a:r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69C735CF-BE77-D590-D27C-3289F930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Brann og redningsvesen forskriften</a:t>
            </a:r>
          </a:p>
        </p:txBody>
      </p:sp>
    </p:spTree>
    <p:extLst>
      <p:ext uri="{BB962C8B-B14F-4D97-AF65-F5344CB8AC3E}">
        <p14:creationId xmlns:p14="http://schemas.microsoft.com/office/powerpoint/2010/main" val="75621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BD80693-72BF-47F5-F4BF-1E8CAC1D0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82" y="1495425"/>
            <a:ext cx="8418984" cy="2808287"/>
          </a:xfrm>
        </p:spPr>
        <p:txBody>
          <a:bodyPr/>
          <a:lstStyle/>
          <a:p>
            <a:pPr algn="l"/>
            <a:r>
              <a:rPr lang="nb-NO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§ 25.</a:t>
            </a:r>
            <a:r>
              <a:rPr lang="nb-NO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Øvelseskrav til brann- og redningsvesenet</a:t>
            </a:r>
            <a:endParaRPr lang="nb-NO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 algn="l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Brann- og redningsvesenet skal sørge for at personellet deltar i fellesøvelser med nødmeldesentralen, jf. forskriften § 33 andre ledd, øvrige nødetater og andre samvirkeaktører. Brann- og redningsvesenet skal prioritere fellesøvelser som er nødvendige ut fra nasjonale føringer, risiko- og sårbarhetsanalysen og beredskapsanalysen, jf. forskriften § 7 og § 9.</a:t>
            </a:r>
          </a:p>
          <a:p>
            <a:pPr marL="0" indent="0" algn="l">
              <a:buNone/>
            </a:pPr>
            <a:endParaRPr lang="nb-NO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Brann- og redningsvesenet skal dokumentere øvelsene. Dokumentasjonen skal omfatte hvorfor, hva og hvordan det ble øvd, hvem som deltok, evaluering og hvordan eventuelle læringspunkter skal følges opp i brann- og redningsvesenet og på nødmeldesentralen.</a:t>
            </a:r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69C735CF-BE77-D590-D27C-3289F930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Brann og redningsvesen forskriften</a:t>
            </a:r>
          </a:p>
        </p:txBody>
      </p:sp>
    </p:spTree>
    <p:extLst>
      <p:ext uri="{BB962C8B-B14F-4D97-AF65-F5344CB8AC3E}">
        <p14:creationId xmlns:p14="http://schemas.microsoft.com/office/powerpoint/2010/main" val="376507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BD80693-72BF-47F5-F4BF-1E8CAC1D0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82" y="1495425"/>
            <a:ext cx="8418984" cy="2808287"/>
          </a:xfrm>
        </p:spPr>
        <p:txBody>
          <a:bodyPr/>
          <a:lstStyle/>
          <a:p>
            <a:pPr marL="0" indent="0" algn="l">
              <a:buNone/>
            </a:pPr>
            <a:r>
              <a:rPr lang="nb-NO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§ 26.</a:t>
            </a:r>
            <a:r>
              <a:rPr lang="nb-NO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Evaluering og læring etter hendelser</a:t>
            </a:r>
            <a:endParaRPr lang="nb-NO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algn="l"/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Brann- og redningsvesenet skal ha et system for å evaluere hendelser, og å dele og motta evalueringer fra andre, i den hensikt å identifisere relevante læringspunkter. Når det er hensiktsmessig skal brann- og redningsvesenet og nødmeldesentralen samarbeide om evaluering og læring etter hendelser.</a:t>
            </a:r>
          </a:p>
          <a:p>
            <a:pPr marL="0" indent="0" algn="l">
              <a:buNone/>
            </a:pPr>
            <a:endParaRPr lang="nb-NO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Brann- og redningsvesenet skal dokumentere hvordan læringspunkter implementeres i brann- og redningsvesenet for å sikre at læring skjer i organisasjonen.</a:t>
            </a:r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69C735CF-BE77-D590-D27C-3289F930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Brann og redningsvesen forskriften</a:t>
            </a:r>
          </a:p>
        </p:txBody>
      </p:sp>
    </p:spTree>
    <p:extLst>
      <p:ext uri="{BB962C8B-B14F-4D97-AF65-F5344CB8AC3E}">
        <p14:creationId xmlns:p14="http://schemas.microsoft.com/office/powerpoint/2010/main" val="331064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F93DD715-5F04-FD93-EAF1-DE06A3F35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4" y="1531143"/>
            <a:ext cx="8418984" cy="2808287"/>
          </a:xfrm>
        </p:spPr>
        <p:txBody>
          <a:bodyPr/>
          <a:lstStyle/>
          <a:p>
            <a:pPr marL="0" indent="0" algn="l">
              <a:buNone/>
            </a:pPr>
            <a:r>
              <a:rPr lang="nb-NO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§ 33.</a:t>
            </a:r>
            <a:r>
              <a:rPr lang="nb-NO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Øvelser og evaluering</a:t>
            </a:r>
            <a:endParaRPr lang="nb-NO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 algn="l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Nødmeldesentralen skal utarbeide en årlig plan for øvelser på bakgrunn av risiko- og sårbarhetsanalysen og beredskapsanalysen, jf. forskriften § 28.</a:t>
            </a:r>
          </a:p>
          <a:p>
            <a:pPr marL="0" indent="0" algn="l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Nødmeldesentralen skal sørge for at personellet deltar i fellesøvelser med brann- og redningsvesenet, jf. forskriften § 25, øvrige nødetater og andre samvirkeaktører. Nødmeldesentralen skal prioritere fellesøvelser som er nødvendige ut fra nasjonale føringer, risiko- og sårbarhetsanalysen og beredskapsanalysen, jf. forskriften § 28.</a:t>
            </a:r>
          </a:p>
          <a:p>
            <a:pPr marL="0" indent="0" algn="l">
              <a:buNone/>
            </a:pPr>
            <a:endParaRPr lang="nb-NO" dirty="0">
              <a:solidFill>
                <a:srgbClr val="333333"/>
              </a:solidFill>
              <a:highlight>
                <a:srgbClr val="FFFFFF"/>
              </a:highlight>
              <a:latin typeface="Helvetica Neue"/>
            </a:endParaRPr>
          </a:p>
          <a:p>
            <a:pPr marL="0" indent="0" algn="l">
              <a:buNone/>
            </a:pPr>
            <a:r>
              <a:rPr lang="nb-NO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Nødmeldesentralen skal dokumentere øvelsene. Dokumentasjonen skal omfatte hvorfor, hva og hvordan det ble øvd, hvem som deltok, evaluering og hvordan eventuelle læringspunkter skal følges opp av nødmeldesentralen.</a:t>
            </a:r>
          </a:p>
          <a:p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23CE9011-A766-A6E6-4F93-80C6AA70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Brann og redningsvesen forskriften</a:t>
            </a:r>
          </a:p>
        </p:txBody>
      </p:sp>
    </p:spTree>
    <p:extLst>
      <p:ext uri="{BB962C8B-B14F-4D97-AF65-F5344CB8AC3E}">
        <p14:creationId xmlns:p14="http://schemas.microsoft.com/office/powerpoint/2010/main" val="79004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DCB15ACC-6198-D42A-331C-1ABBE0C6A6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>
                <a:hlinkClick r:id="rId2"/>
              </a:rPr>
              <a:t>Søkeresultat | Direktoratet for samfunnssikkerhet og beredskap (dsb.no)</a:t>
            </a:r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6F4ED79B-9DDB-D4DF-82E3-DEFF926C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Nyttig side</a:t>
            </a:r>
          </a:p>
        </p:txBody>
      </p:sp>
    </p:spTree>
    <p:extLst>
      <p:ext uri="{BB962C8B-B14F-4D97-AF65-F5344CB8AC3E}">
        <p14:creationId xmlns:p14="http://schemas.microsoft.com/office/powerpoint/2010/main" val="1521372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Brann- og redningsskolen">
      <a:dk1>
        <a:srgbClr val="000000"/>
      </a:dk1>
      <a:lt1>
        <a:srgbClr val="FFFFFF"/>
      </a:lt1>
      <a:dk2>
        <a:srgbClr val="AA2028"/>
      </a:dk2>
      <a:lt2>
        <a:srgbClr val="FCFF99"/>
      </a:lt2>
      <a:accent1>
        <a:srgbClr val="3F5C6E"/>
      </a:accent1>
      <a:accent2>
        <a:srgbClr val="4F4F4F"/>
      </a:accent2>
      <a:accent3>
        <a:srgbClr val="FBFF89"/>
      </a:accent3>
      <a:accent4>
        <a:srgbClr val="AA2028"/>
      </a:accent4>
      <a:accent5>
        <a:srgbClr val="000000"/>
      </a:accent5>
      <a:accent6>
        <a:srgbClr val="888888"/>
      </a:accent6>
      <a:hlink>
        <a:srgbClr val="3F5C6E"/>
      </a:hlink>
      <a:folHlink>
        <a:srgbClr val="AA202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l_brsk_Bokmål-2023" id="{23A9F6C4-7EEB-4C43-9E62-C7B3FADC296F}" vid="{56819033-5B2A-AE46-8967-8300929916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36C1759C627544096237113F53FC09B" ma:contentTypeVersion="3" ma:contentTypeDescription="Opprett et nytt dokument." ma:contentTypeScope="" ma:versionID="8c4fd1b9616413ca055183ca512c7e82">
  <xsd:schema xmlns:xsd="http://www.w3.org/2001/XMLSchema" xmlns:xs="http://www.w3.org/2001/XMLSchema" xmlns:p="http://schemas.microsoft.com/office/2006/metadata/properties" xmlns:ns2="c8dcee3a-95a0-4d84-bec5-b01b60c0b138" targetNamespace="http://schemas.microsoft.com/office/2006/metadata/properties" ma:root="true" ma:fieldsID="7a5db18af2c7feb598edf107939f3ece" ns2:_="">
    <xsd:import namespace="c8dcee3a-95a0-4d84-bec5-b01b60c0b1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cee3a-95a0-4d84-bec5-b01b60c0b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20B338-D39D-43C3-BD05-F70E0B94AB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48CD41-153E-4C7D-852F-346AE0F1CD89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dc3d6ed-56f1-49b6-b310-0ff680cfe62a"/>
    <ds:schemaRef ds:uri="3b00a67f-9791-437e-b702-303a706ea042"/>
    <ds:schemaRef ds:uri="2f29908f-7ecf-4107-8e82-8cf3c73c2624"/>
    <ds:schemaRef ds:uri="8ca3c102-990f-484f-81fb-83f8bf509c83"/>
    <ds:schemaRef ds:uri="6d40bd02-9acb-44c9-a097-6d0915be4188"/>
    <ds:schemaRef ds:uri="d1609659-65be-48b1-9167-d11a4204eddc"/>
  </ds:schemaRefs>
</ds:datastoreItem>
</file>

<file path=customXml/itemProps3.xml><?xml version="1.0" encoding="utf-8"?>
<ds:datastoreItem xmlns:ds="http://schemas.openxmlformats.org/officeDocument/2006/customXml" ds:itemID="{87840A8A-66E6-48DD-B5B0-F40F1955950E}"/>
</file>

<file path=docMetadata/LabelInfo.xml><?xml version="1.0" encoding="utf-8"?>
<clbl:labelList xmlns:clbl="http://schemas.microsoft.com/office/2020/mipLabelMetadata">
  <clbl:label id="{93d155bd-6282-4a3c-8d5e-82ba9b074f99}" enabled="0" method="" siteId="{93d155bd-6282-4a3c-8d5e-82ba9b074f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Mal_brsk_Bokmål-2023</Template>
  <TotalTime>29</TotalTime>
  <Words>447</Words>
  <Application>Microsoft Office PowerPoint</Application>
  <PresentationFormat>Skjermfremvisning (16:9)</PresentationFormat>
  <Paragraphs>31</Paragraphs>
  <Slides>7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7</vt:i4>
      </vt:variant>
    </vt:vector>
  </HeadingPairs>
  <TitlesOfParts>
    <vt:vector size="11" baseType="lpstr">
      <vt:lpstr>Arial</vt:lpstr>
      <vt:lpstr>Calibri</vt:lpstr>
      <vt:lpstr>Helvetica Neue</vt:lpstr>
      <vt:lpstr>Office-tema</vt:lpstr>
      <vt:lpstr>Øvelsesplanlegging og evaluering</vt:lpstr>
      <vt:lpstr>Ferdigheter</vt:lpstr>
      <vt:lpstr>Brann og redningsvesen forskriften</vt:lpstr>
      <vt:lpstr>Brann og redningsvesen forskriften</vt:lpstr>
      <vt:lpstr>Brann og redningsvesen forskriften</vt:lpstr>
      <vt:lpstr>Brann og redningsvesen forskriften</vt:lpstr>
      <vt:lpstr>Nyttig side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PowerPoint-mal for Brann- og redningsskolen</dc:title>
  <dc:creator>Hansen, Knut Espen</dc:creator>
  <cp:lastModifiedBy>Hansen, Knut Espen</cp:lastModifiedBy>
  <cp:revision>3</cp:revision>
  <dcterms:created xsi:type="dcterms:W3CDTF">2024-04-16T11:19:37Z</dcterms:created>
  <dcterms:modified xsi:type="dcterms:W3CDTF">2026-04-15T08:43:42Z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0x010100036C1759C627544096237113F53FC09B</vt:lpwstr>
  </property>
  <property fmtid="{D5CDD505-2E9C-101B-9397-08002B2CF9AE}" pid="3" name="MediaServiceImageTags">
    <vt:lpwstr/>
  </property>
</Properties>
</file>